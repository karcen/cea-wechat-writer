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4"/>
  </p:normalViewPr>
  <p:slideViewPr>
    <p:cSldViewPr snapToGrid="0">
      <p:cViewPr varScale="1">
        <p:scale>
          <a:sx n="88" d="100"/>
          <a:sy n="88" d="100"/>
        </p:scale>
        <p:origin x="176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F34ACA-72BE-7F58-F295-058302928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4F47774-ED80-EFC1-F130-87B0F22B1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A4FD1F-91F4-8DBB-044F-B1A95C3B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3EAD0-0E84-9842-9335-E149BD6E0615}" type="datetimeFigureOut">
              <a:rPr kumimoji="1" lang="zh-CN" altLang="en-US" smtClean="0"/>
              <a:t>2025/6/10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DA9DB7-2F46-D200-A6FF-B14CD3361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8A5535-F780-AFA9-2FBB-521E8A9D1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6BA0E-1996-6A47-99F5-8B2D7AC0C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0403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A667-A4EA-47F2-5D50-A4A166E1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2D5E8A-A377-E9A9-46FB-1D2ADFA18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F771F0-31EA-AFCF-CD0F-8C67B2DC1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3EAD0-0E84-9842-9335-E149BD6E0615}" type="datetimeFigureOut">
              <a:rPr kumimoji="1" lang="zh-CN" altLang="en-US" smtClean="0"/>
              <a:t>2025/6/10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26D18E-4BB4-956F-57A8-022ECDBD8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BEFFAC-A3EF-00C3-5F88-682A1D25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6BA0E-1996-6A47-99F5-8B2D7AC0C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41621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887D2-66E6-D20B-EBC4-C8447299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A943A4-2BE1-7219-D63E-F79774B0E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39698D-DD70-0207-EC1E-975614D5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3EAD0-0E84-9842-9335-E149BD6E0615}" type="datetimeFigureOut">
              <a:rPr kumimoji="1" lang="zh-CN" altLang="en-US" smtClean="0"/>
              <a:t>2025/6/10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864137-2980-F8D4-F7DF-5592C1BC2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22C404-9B1D-4955-F0BF-48D44F8B9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6BA0E-1996-6A47-99F5-8B2D7AC0C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2166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DD646-DDB8-486B-F577-FFC8D38E6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72B990-5856-076E-013F-277C6FFEB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2F1980-16A9-B5A6-9400-8FCAD6737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FD8625-0AE5-2963-E136-8706E3A77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3EAD0-0E84-9842-9335-E149BD6E0615}" type="datetimeFigureOut">
              <a:rPr kumimoji="1" lang="zh-CN" altLang="en-US" smtClean="0"/>
              <a:t>2025/6/10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A6063B-C05B-B5FC-6F56-6BB467D6B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4B727B-1156-EA8A-F54E-9F46F16CE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6BA0E-1996-6A47-99F5-8B2D7AC0C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9725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880466-5246-FBF8-593B-64CA7D265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E74B63-7DE8-4C76-FE09-524A37060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5A1052-93E9-972B-715A-5C1C07FC8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AC04A84-40BB-1788-FCB7-B9F7587AAD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EBA3C75-0C68-A081-16F7-5C7B639A51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68E98D-8156-D54A-66BB-5F2240249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3EAD0-0E84-9842-9335-E149BD6E0615}" type="datetimeFigureOut">
              <a:rPr kumimoji="1" lang="zh-CN" altLang="en-US" smtClean="0"/>
              <a:t>2025/6/10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57A6E1-7625-5FA0-DCFF-BC9AEB0B9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3FD383-E7F1-426E-BB96-41D976922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6BA0E-1996-6A47-99F5-8B2D7AC0C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2027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CA6BB-1B82-C9FC-285C-E2D2094AA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4F8E845-A890-09CE-853E-DE9E58D93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3EAD0-0E84-9842-9335-E149BD6E0615}" type="datetimeFigureOut">
              <a:rPr kumimoji="1" lang="zh-CN" altLang="en-US" smtClean="0"/>
              <a:t>2025/6/10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EF828E-E9E6-E42A-6B2E-688B2B77B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6657F0-684D-0140-C8DD-FEC1976F0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6BA0E-1996-6A47-99F5-8B2D7AC0C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3002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F8181B-7FFF-A08E-1573-BF2DA644F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3EAD0-0E84-9842-9335-E149BD6E0615}" type="datetimeFigureOut">
              <a:rPr kumimoji="1" lang="zh-CN" altLang="en-US" smtClean="0"/>
              <a:t>2025/6/10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4CBCDA-7791-8FE5-11B0-095DCF09A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C0F195-23F3-37FA-D56B-870DCD607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6BA0E-1996-6A47-99F5-8B2D7AC0C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1447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05004F-A2EA-B6B2-4DC3-62E91D6D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A02887-DD21-DA79-9B7B-97A972DA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03EB9D-5205-0385-ED44-79128FAF8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577D6B-C21D-D14A-80C0-42052377B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3EAD0-0E84-9842-9335-E149BD6E0615}" type="datetimeFigureOut">
              <a:rPr kumimoji="1" lang="zh-CN" altLang="en-US" smtClean="0"/>
              <a:t>2025/6/10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2C4FDC-EA89-B9BA-DC1E-3DB7522AF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0C2E82-F18F-87C7-FB80-12D7C4230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6BA0E-1996-6A47-99F5-8B2D7AC0C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3801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7223FC-2900-68C8-3BB1-7D531CA00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E817780-9266-B6B2-050C-5366C8E2FD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F15083E-20E3-1794-F464-C172A5B58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EAC660-1A7E-FCC4-C5AD-55EEA659C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3EAD0-0E84-9842-9335-E149BD6E0615}" type="datetimeFigureOut">
              <a:rPr kumimoji="1" lang="zh-CN" altLang="en-US" smtClean="0"/>
              <a:t>2025/6/10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612D62-4DDD-0370-49FE-BCE45DB7A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336444-60A2-A629-7B77-08F4109A3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6BA0E-1996-6A47-99F5-8B2D7AC0C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855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BC3320-72B4-42F9-F31E-6E6030C4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0C134D-93DD-D33D-C6B8-89F60F070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676433-5EFB-1EF5-2BBF-3EEE22601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3EAD0-0E84-9842-9335-E149BD6E0615}" type="datetimeFigureOut">
              <a:rPr kumimoji="1" lang="zh-CN" altLang="en-US" smtClean="0"/>
              <a:t>2025/6/10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560525-C204-F91D-2B27-E417FD3A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722B83-D2FC-4CDE-887A-27BEA7489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6BA0E-1996-6A47-99F5-8B2D7AC0C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0737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C644215-F36F-3E4D-9F48-B075EC6C9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2A53E0-8118-DB40-44D2-12992D5F2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36F231-2C0B-34BD-897A-32B83E817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3EAD0-0E84-9842-9335-E149BD6E0615}" type="datetimeFigureOut">
              <a:rPr kumimoji="1" lang="zh-CN" altLang="en-US" smtClean="0"/>
              <a:t>2025/6/10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BC20EB-2659-D477-C456-02C4CC806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2E8452-BA6B-8F60-BD35-A379D3AE5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6BA0E-1996-6A47-99F5-8B2D7AC0C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4354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267DEC4-ED07-730C-035E-5D082F18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343E0D-F3E9-85D2-8D78-4B6562FBB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46FEB6-9FA4-22F8-A4C6-4F2C1D8903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3EAD0-0E84-9842-9335-E149BD6E0615}" type="datetimeFigureOut">
              <a:rPr kumimoji="1" lang="zh-CN" altLang="en-US" smtClean="0"/>
              <a:t>2025/6/10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94FB0A-01B6-8E35-1B6E-442033BD7F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6F58B1-FF2F-BBA8-C6CE-24CB99239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6BA0E-1996-6A47-99F5-8B2D7AC0C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041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D6FEA1-FAD9-24A5-8A37-F0DA939F08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3500F6-0723-482E-0104-8377480BFA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4218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9B11B3F-9A07-847C-C29C-5ED8F5C7D7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531" b="66074"/>
          <a:stretch>
            <a:fillRect/>
          </a:stretch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52C511C-304A-549B-FB42-F745773C2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BBA3A09-3483-E4C4-38C3-8C1CEC495A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249" t="20531" b="66074"/>
          <a:stretch>
            <a:fillRect/>
          </a:stretch>
        </p:blipFill>
        <p:spPr>
          <a:xfrm>
            <a:off x="6577525" y="3014960"/>
            <a:ext cx="2947475" cy="131144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4B1DB33-3F8A-60A1-EAE0-328B09334836}"/>
              </a:ext>
            </a:extLst>
          </p:cNvPr>
          <p:cNvSpPr txBox="1"/>
          <p:nvPr/>
        </p:nvSpPr>
        <p:spPr>
          <a:xfrm>
            <a:off x="5732358" y="3136576"/>
            <a:ext cx="42604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/>
              <a:t>Question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answering</a:t>
            </a:r>
          </a:p>
          <a:p>
            <a:pPr algn="ctr"/>
            <a:endParaRPr kumimoji="1" lang="en-US" altLang="zh-CN" sz="2400" dirty="0"/>
          </a:p>
          <a:p>
            <a:pPr algn="ctr"/>
            <a:r>
              <a:rPr kumimoji="1" lang="en-US" altLang="zh-CN" sz="2400" dirty="0"/>
              <a:t>Sentiment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analysis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85565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</Words>
  <Application>Microsoft Macintosh PowerPoint</Application>
  <PresentationFormat>宽屏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SJ 金</dc:creator>
  <cp:lastModifiedBy>SJ 金</cp:lastModifiedBy>
  <cp:revision>1</cp:revision>
  <dcterms:created xsi:type="dcterms:W3CDTF">2025-06-10T10:43:31Z</dcterms:created>
  <dcterms:modified xsi:type="dcterms:W3CDTF">2025-06-10T10:49:14Z</dcterms:modified>
</cp:coreProperties>
</file>